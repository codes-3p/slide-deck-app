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3636"/>
                </a:solidFill>
              </a:rPr>
              <a:t>O Futuro do Produto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Uma linha que impacta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Porquê nós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</a:rPr>
              <a:t>Benefício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</a:rPr>
              <a:t>Benefício 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</a:rPr>
              <a:t>Benefício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63636"/>
                </a:solidFill>
              </a:rPr>
              <a:t>Uma citação que convence.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— Cliente ou Parceiro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Dynamic</dc:title>
  <dc:subject>PptxGenJS Presentation</dc:subject>
  <dc:creator>PptxGenJS</dc:creator>
  <cp:lastModifiedBy>PptxGenJS</cp:lastModifiedBy>
  <cp:revision>1</cp:revision>
  <dcterms:created xsi:type="dcterms:W3CDTF">2026-02-10T05:39:01Z</dcterms:created>
  <dcterms:modified xsi:type="dcterms:W3CDTF">2026-02-10T05:39:01Z</dcterms:modified>
</cp:coreProperties>
</file>