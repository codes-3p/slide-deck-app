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63636"/>
                </a:solidFill>
              </a:rPr>
              <a:t>Título da Apresentação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Subtítulo ou tagline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Contexto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Principais pontos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</a:rPr>
              <a:t>Ponto 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</a:rPr>
              <a:t>Ponto 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3636"/>
                </a:solidFill>
              </a:rPr>
              <a:t>Ponto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99%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Satisfação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20040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10x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Crescimento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24h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Suporte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Professional</dc:title>
  <dc:subject>PptxGenJS Presentation</dc:subject>
  <dc:creator>PptxGenJS</dc:creator>
  <cp:lastModifiedBy>PptxGenJS</cp:lastModifiedBy>
  <cp:revision>1</cp:revision>
  <dcterms:created xsi:type="dcterms:W3CDTF">2026-02-10T05:39:01Z</dcterms:created>
  <dcterms:modified xsi:type="dcterms:W3CDTF">2026-02-10T05:39:01Z</dcterms:modified>
</cp:coreProperties>
</file>